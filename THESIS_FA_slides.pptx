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384048"/>
            <a:ext cx="11292840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11480" dist="128016" dir="7200000" algn="ctr" rotWithShape="0">
              <a:srgbClr val="1A334A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u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6692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4008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5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دانشگاه صنعتی اصفهان  |  دانشکده مهندسی برق و کامپیوتر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10607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طبقه‌بندی مبتنی بر گراف</a:t>
            </a:r>
          </a:p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با استفاده از لم نظم زمردی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600" b="0" rtl="0" lang="en-US">
                <a:solidFill>
                  <a:srgbClr val="6B645C"/>
                </a:solidFill>
                <a:latin typeface="Calibri"/>
                <a:ea typeface="Calibri"/>
                <a:cs typeface="Calibri"/>
              </a:rPr>
              <a:t>Szemerédi regularity lemma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69080"/>
            <a:ext cx="2194560" cy="7315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0003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دانشجو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سید محمد فاطمی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سال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۱۴۰۵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مقطع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کارشناسی مهندسی کامپیوتر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استاد راهنما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دکتر زینب مالکی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اهمیت و بیان مسئله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243584"/>
            <a:ext cx="5897880" cy="50749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12880" y="1243584"/>
            <a:ext cx="91440" cy="507492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417320"/>
            <a:ext cx="53949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60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خیلی از داده‌ها برچسب آماده ندارند. خوشه‌بندی برای همین مهم است: نمونه‌های شبیه باید خودشان یک گروه شوند، مثل مشتری‌های هم‌سلیقه یا تصویرهای هم‌خانواده.</a:t>
            </a:r>
          </a:p>
          <a:p>
            <a:pPr algn="r" rtl="1">
              <a:spcAft>
                <a:spcPts val="160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یک راه جاافتاده برای دیدن این شباهت، ساختن گراف است. هر نمونه یک رأس می‌شود و یال میان دو رأس می‌گوید چقدر به هم نزدیک‌اند.</a:t>
            </a:r>
          </a:p>
          <a:p>
            <a:pPr algn="r" rtl="1">
              <a:spcAft>
                <a:spcPts val="160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گره کار از همین‌جا شروع می‌شود. همین که تعداد نمونه‌ها بالا برود، گرافی که همسایگی را نشان می‌داد دیگر در حافظه و زمان جا نمی‌شود.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1243584"/>
            <a:ext cx="5166360" cy="507492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4910328" cy="481888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ncept_why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400" y="1691640"/>
            <a:ext cx="369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چالش‌ها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243584"/>
            <a:ext cx="5897880" cy="50749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12880" y="1243584"/>
            <a:ext cx="91440" cy="507492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55448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برای هر دو نمونه یک عدد شباهت حساب می‌شود و همه این عددها باید بمانند.</a:t>
            </a:r>
          </a:p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 </a:t>
            </a:r>
            <a:r>
              <a:rPr sz="20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نمونه، تعداد این عددها از مرتبه </a:t>
            </a:r>
            <a:r>
              <a:rPr sz="20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n²</a:t>
            </a: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است؛ حافظه خیلی زود پر می‌شود.</a:t>
            </a:r>
          </a:p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بخش بزرگی از الگوریتم‌های خوشه‌بندی گرافی زمانی نزدیک </a:t>
            </a:r>
            <a:r>
              <a:rPr sz="20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n³</a:t>
            </a: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دارند.</a:t>
            </a:r>
          </a:p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مثلاً برای حدود یازده هزار نمونه، ماتریس شباهت نزدیک صد و بیست میلیون خانه دارد.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1243584"/>
            <a:ext cx="5166360" cy="507492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4910328" cy="481888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ncept_similar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510" y="1691640"/>
            <a:ext cx="371801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متودولوژی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243584"/>
            <a:ext cx="5897880" cy="50749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12880" y="1243584"/>
            <a:ext cx="91440" cy="507492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55448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شباهت یک بار ساخته می‌شود. هر دو راه آزمایش از همین گراف شروع می‌کنند.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راه پایه: همان الگوریتم، مستقیم روی گراف اصلی.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راه لم: تقسیم رأس‌ها به گروه‌های هم‌اندازه، خلاصه رابطه گروه‌ها با یک چگالی، بعد خوشه‌بندی روی گراف کوچک.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برچسب گراف کوچک به نمونه‌ها برمی‌گردد. کیفیت هر دو راه با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و برچسب واقعی سنجیده می‌شود.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1243584"/>
            <a:ext cx="5166360" cy="507492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4910328" cy="481888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ncept_why_le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400" y="1691640"/>
            <a:ext cx="369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قدم اول: گروه‌های هم‌اندازه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par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لم اول رأس‌ها را به چند گروه تقریباً هم‌اندازه تقسیم می‌کند.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لکه‌های رنگی همین گروه‌ها هستند.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نقطه‌های خاکستری در هیچ گروه تمیزی جا نشده‌اند.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آن ته مانده را مجموعه استثنایی می‌نامند.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جفت منظم: یال‌ها یکنواخت‌اند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re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منظم بودن درباره یال بین دو گروه است، نه داخل هر گروه.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باید زیرمجموعه‌های به‌قدر کافی بزرگ را هم چک کرد، نه تکه‌های خیلی کوچک را.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حد اندازه، کسری از خود گروه است. از آن حد به بعد، چگالی هر دو زیرمجموعه باید نزدیک چگالی کل بماند.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اگر این طور باشد، یک عدد چگالی کل رابطه را خلاصه می‌کند.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جفت نامنظم: یک عدد کافی نیست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irre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اینجا بالای تصویر پر از یال است و پایین تقریباً خالی.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میانگین، این تفاوت را پنهان می‌کند.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لم چنین جفتی را نامنظم می‌گیرد و باید بعداً بریده شود.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اپسیلون، مرز منظم و نامنظم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836676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818388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eps_regular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36478"/>
            <a:ext cx="7964424" cy="44799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842248" y="1170432"/>
            <a:ext cx="3044952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353312"/>
            <a:ext cx="266090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 جفت منظم است: چگالی تقریباً ثابت و نزدیک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d.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راست جفت نامنظم است: یک تکه شلوغ و بقیه خلوت.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اپسیلون هم حد اختلاف چگالی است و هم کف اندازه زیرمجموعه.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زیرمجموعه کوچک‌تر از این کف کنار گذاشته می‌شود. بزرگ‌تر از آن، باید چگالی‌اش نزدیک چگالی کل بماند.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چطور جفت نامنظم را پیدا می‌کنیم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9392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9392" y="1371600"/>
            <a:ext cx="3614928" cy="9144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984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آزمون 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984" y="1847088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یال خیلی کم، جفت منظم است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984" y="2468880"/>
            <a:ext cx="32857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اگر میانگین یال بین دو گروه از حدی کمتر باشد، جفت را منظم می‌گیریم. گراف خالی هم منظم است.</a:t>
            </a:r>
          </a:p>
        </p:txBody>
      </p:sp>
      <p:pic>
        <p:nvPicPr>
          <p:cNvPr id="16" name="Picture 15" descr="concept_alo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0" y="3823106"/>
            <a:ext cx="3029712" cy="1817827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73296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7888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آزمون 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7888" y="1847088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همسایه مشترکِ زیاد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7888" y="2468880"/>
            <a:ext cx="32857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اگر دسته‌ای از رأس‌ها همسایه‌های خیلی شبیه داشته باشند، همان دسته شاهد نامنظمی است.</a:t>
            </a:r>
          </a:p>
        </p:txBody>
      </p:sp>
      <p:pic>
        <p:nvPicPr>
          <p:cNvPr id="22" name="Picture 21" descr="concept_al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904" y="3823106"/>
            <a:ext cx="3029712" cy="1817827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57200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آزمون 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1847088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درجه خیلی دور از میانگین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468880"/>
            <a:ext cx="32857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رأس‌هایی که درجه‌شان از میانگین خیلی پرت است جمع می‌شوند. اگر تعدادشان زیاد باشد، </a:t>
            </a:r>
            <a:r>
              <a:rPr sz="14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certificate</a:t>
            </a: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همان‌هاست.</a:t>
            </a:r>
          </a:p>
        </p:txBody>
      </p:sp>
      <p:pic>
        <p:nvPicPr>
          <p:cNvPr id="28" name="Picture 27" descr="concept_al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823106"/>
            <a:ext cx="3029712" cy="18178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برش گروه، داخل ساخت افراز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re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067346"/>
            <a:ext cx="6958584" cy="341825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جای این کار در راه لم، بعد از آزمون جفت‌ها و قبل از ساخت گراف کوچک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هنوز خوشه‌بندی نیست. گروه نامنظم دو تکه می‌شود تا بشود یال‌ها را با یک چگالی عوض کرد.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تکه قرمز همان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certificate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است و از گروه جدا می‌شود. بقیه گروه سر جایش می‌ماند.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خرده‌هایی که به هیچ تکه‌ای نمی‌خورند به مجموعه استثنایی می‌روند.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سه اصلاح مقاله روی همین افراز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گروه حداکثر با یک گروه دیگر نامنظم حساب می‌شود. بدون این قید، تعداد گروه‌ها در هر دور چند برابر می‌شود.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تکه نامنظم با روش درجه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Fiorucci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پیدا می‌شود، نه با جست‌وجوی کامل نسخه اصلی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Alon.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وقتی گروه‌ها به‌قدر کافی کوچک شدند، حلقه می‌ایستد. نتیجه تقریباً منظم است، نه یک افراز اثبات‌شده.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از یال‌های بین دو گروه تا یک چگالی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چپ، همه یال‌های بین دو گروه را نشان می‌دهد.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راست، همان رابطه فقط با یک میله مانده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ضخامت میله یعنی چگالی: سهم یال‌های موجود از همه یال‌های ممکن.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گراف کوچک: هر گروه یک رأس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redu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گروه با فلش به یک رأس هم‌رنگ تبدیل می‌شود.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آن رأس نماینده همه نمونه‌های گروه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ضخامت یال بین دو رأس، همان چگالی دو گروه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از اینجا به بعد روی همین گراف کوچک انجام می‌شود.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همان گراف، یک بار مستقیم و یک بار با 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53312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53312"/>
            <a:ext cx="5669280" cy="9144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53619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2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راه پایه</a:t>
            </a:r>
          </a:p>
        </p:txBody>
      </p:sp>
      <p:pic>
        <p:nvPicPr>
          <p:cNvPr id="14" name="Picture 13" descr="concept_path_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210" y="1965960"/>
            <a:ext cx="3489579" cy="3246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60" y="52578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مستقیم روی گراف اصلی. رنگ هر رأس همان خوشه اوست.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1353312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1353312"/>
            <a:ext cx="5669280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53619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2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راه لم</a:t>
            </a:r>
          </a:p>
        </p:txBody>
      </p:sp>
      <p:pic>
        <p:nvPicPr>
          <p:cNvPr id="19" name="Picture 18" descr="concept_path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810" y="1965960"/>
            <a:ext cx="2138620" cy="32461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52578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رأس‌های زیاد به ۴ رأس کوچک می‌شوند. خوشه‌بندی روی همین گراف چهار رأسی انجام می‌شود.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برگرداندن خوشه به تک‌تک نمونه‌ها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فقط به رأس‌های گراف کوچک رنگ داده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نمونه، رنگ رأس گروهی را می‌گیرد که عضو آن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پس خروجی باز هم یک برچسب برای هر نمونه اصلی است.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کل مسیر آزمایش، از داده تا </a:t>
            </a:r>
            <a:r>
              <a:rPr sz="26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NMI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300409"/>
            <a:ext cx="6958584" cy="295212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داده خوانده می‌شود، در صورت نیاز کوچک می‌شود، و گراف شباهت یک بار ساخته می‌شود.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شاخه پایه همان جا روی گراف اصلی خوشه می‌زند.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شاخه لم از افراز و گراف کوچک رد می‌شود و برچسب را به نمونه‌ها برمی‌گرداند.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دو شاخه با برچسب واقعی و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مقایسه می‌شوند.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چهار الگوریتم، روی هر دو راه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43416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43416" y="1417320"/>
            <a:ext cx="2660904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72016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2016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SPC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طیفی. گراف را با بردارهای ویژه می‌بُرد.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APC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انتشار وابستگی. نمونه‌ها خودشان نماینده خوشه را انتخاب می‌کنند.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DSet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مجموعه غالب. یک تکه خیلی متراکم را به‌عنوان خوشه برمی‌دارد.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SPRG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 با شباهت جنگل تصادفی. شباهت از جنگل می‌آید، بعد برش طیفی.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اصلاح آخر برچسب، بعد از برگشت به نمونه‌ها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po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616708"/>
            <a:ext cx="6958584" cy="23195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دایره گروه لم است، نه مرز خوشه.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اول همه اعضای یک گروه یک رنگ می‌گیرند، حتی اگر یکی‌شان میان همسایه‌های رنگ دیگر باشد.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این مرحله فقط رنگ خوشه همان نقطه را عوض می‌کند.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عضویت او در گروه لم دست نمی‌خورد. این مرحله جزو خود لم نیست.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تنظیم آزمایش و معیار مقایسه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بیست مجموعه داده و چهار الگوریتم: هشتاد خانه، که هفتاد و هشت تایش معتبر ماند.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ده مجموعه با همه نمونه‌ها اجرا شد و ده مجموعه با حدود چهارصد نمونه طبقه‌ای.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برای هر خانه، شبکه تنظیمات مثل آزمایش مقاله انتخاب شد و بهترین مقدار گزارش شد.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ادعای اصلی این ارائه، مقایسه با راه پایه خودمان است، نه رونویسی جدول چاپ‌شده مقاله.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۶۰ بهتر، ۳ برابر، ۱۵ بدتر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هفتاد و هشت مقایسه. هر بار همان الگوریتم، یک بار روی گراف اصلی و یک بار روی گراف کوچک.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103120"/>
            <a:ext cx="3611880" cy="109728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2C5E52"/>
                </a:solidFill>
                <a:latin typeface="Calibri"/>
                <a:ea typeface="B Nazanin"/>
                <a:cs typeface="B Nazanin"/>
              </a:rPr>
              <a:t>۶۰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کوچک بهتر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2103120"/>
            <a:ext cx="3611880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برابر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103120"/>
            <a:ext cx="3611880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اصلی بهتر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نمودار اختلاف: بالای صفر یعنی لم بهتر است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delta_nm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07380"/>
            <a:ext cx="6958584" cy="3138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میله اختلاف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راه لم با راه پایه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بالای صفر: لم بهتر بوده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پایین صفر: راه پایه بهتر بوده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نزدیکی خوشه پیش‌بینی‌شده به برچسب واقعی را می‌سنجد.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سه مجموعه با بیشترین بهبود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9392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9392" y="1554480"/>
            <a:ext cx="3614928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992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شراب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992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پایه ضعیف، لم قوی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992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سه الگوریتم از حدود نیم به نزدیک ۰/۸۹ رسیدند.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3296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3296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آپاندیسیت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1896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تطابق کامل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1896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دو الگوریتم از پایه متوسط به ۱ رسیدند.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اسکناس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طیفی ضعیف بود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 از حدود ۰/۱۹ به حدود ۰/۸۲ رسید.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جمع‌بندی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9392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9392" y="1554480"/>
            <a:ext cx="3614928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992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992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لم فشرده می‌کند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992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بزرگ به چند ده رأس کاهش پیدا می‌کند.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3296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3296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1896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کیفیت معمولاً بهتر ماند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1896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در ۶۰ مقایسه گراف کوچک بهتر بود، در ۳ مقایسه برابر، در ۱۵ مقایسه بدتر.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الگوریتم قدیمی قوی‌تر شد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همان روش‌های کلاسیک، بعد از کوچک کردن گراف، در بیشتر آزمایش‌ها دقیق‌تر شدند. بیشترین سود جایی بود که راه پایه ناپایدار بود.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1C2C"/>
              </a:gs>
              <a:gs pos="100000">
                <a:srgbClr val="1A334A"/>
              </a:gs>
            </a:gsLst>
            <a:lin scaled="0" ang="145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097280"/>
            <a:ext cx="5120640" cy="5120640"/>
          </a:xfrm>
          <a:prstGeom prst="ellipse">
            <a:avLst/>
          </a:prstGeom>
          <a:solidFill>
            <a:srgbClr val="A33B24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645920" y="3840480"/>
            <a:ext cx="4389120" cy="4389120"/>
          </a:xfrm>
          <a:prstGeom prst="ellipse">
            <a:avLst/>
          </a:prstGeom>
          <a:solidFill>
            <a:srgbClr val="2C5E52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34440" y="1874519"/>
            <a:ext cx="9738360" cy="306324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57200" dist="146304" dir="7200000" algn="ctr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19456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44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پرسش و پاسخ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520440"/>
            <a:ext cx="2011680" cy="82296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794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با سپاس از دکتر زینب مالکی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