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84048"/>
            <a:ext cx="11292840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11480" dist="128016" dir="7200000" algn="ctr" rotWithShape="0">
              <a:srgbClr val="1A334A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u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66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400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دانشگاه صنعتی اصفهان  |  دانشکده مهندسی برق و کامپیوتر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طبقه‌بندی مبتنی بر گراف</a:t>
            </a:r>
          </a:p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با استفاده از لم نظم زمردی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600" b="0" rtl="0" lang="en-US">
                <a:solidFill>
                  <a:srgbClr val="6B645C"/>
                </a:solidFill>
                <a:latin typeface="Calibri"/>
                <a:ea typeface="Calibri"/>
                <a:cs typeface="Calibri"/>
              </a:rPr>
              <a:t>Szemerédi regularity lemma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2194560" cy="7315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0003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دانشجو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سید محمد فاطمی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۱۴۰۵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مقطع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کارشناسی مهندسی کامپیوتر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استاد راهنما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دکتر زینب مالکی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افتتاح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مشکل، و راه لم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مشکل اصلی خوشه‌بندی مبتنی بر گراف، بار محاسباتی گراف شباهت است. هر نمونه یک رأس است و شباهت‌ها یال می‌شوند، و این گراف خیلی زود سنگین می‌شود.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کارهای قبلی نشان داده‌اند لم نظم زمردی می‌تواند این بار را کم کند.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 این لم، گراف اصلی افراز می‌شود و از روی آن یک گراف کوچک ساخته می‌شود. این گراف کوچک ساختار اصلی را نگه می‌دارد، ولی تعداد رأس‌هایش خیلی کمتر است.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روی گراف کوچک انجام می‌شود و برچسب‌ها به گراف اصلی برمی‌گردند. به این ترتیب حجم محاسبه به‌طور محسوس کم می‌شود.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افتتاح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مقاله چه نشان داد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پارامترهای این روش روی نتیجه اثر جدی دارند و کارهای قبلی به این اثر نپرداخته بودند.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مقاله این اثر را با چهار الگوریتم شناخته‌شده و تعداد زیادی داده واقعی بررسی کرد.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بازه مناسب پارامترها هم دقت خوشه‌بندی را بالا می‌برد و هم محاسبه را سبک‌تر می‌کند.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افراز لم از افراز معمولی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k-means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بهتر است. الگوریتم‌های نسبتاً قدیمی، با همین لم، از روش‌های جدیدتر جلو می‌زنند. یعنی لم از یک قضیه نظری به یک ابزار عملی برای خوشه‌بندی آمده است.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از جدول تا گراف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هر نمونه یک رأس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ver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سطر یک نمونه است و سه نقطه خاکستری، سه ویژگی آن نمونه‌اند. همان سطر، با همان رنگ، یک دایره در گراف می‌شود. هنوز خطی بین دایره‌ها نیست.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از جدول تا گراف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شباهت، وزن یال است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e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دو نمونه شبیه، یال کلفت می‌گیرند. دو نمونه دور، یال نازک یا هیچ. رنگ و ضخامت یعنی شدت شباهت، نه یک یال صفر و یک.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از جدول تا گراف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جدول واقعی همین مسیر را می‌رود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from_table_to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140" y="1481328"/>
            <a:ext cx="6664960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ویژگی‌ها اول هم‌مقیاس می‌شوند، بعد شباهت حساب می‌شود، بعد گراف ساخته می‌شود. این گراف، ورودی هر دو راه آزمایش است.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انگیزه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چرا گراف اصلی سنگین است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heavy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 گراف شلوغ است. وسط همان رأس‌ها در چهار گروه جدا قرار می‌گیرند. راست هر گروه یک رأس شده و ضخامت خط، شدت ارتباط دو گروه است.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در سه حرکت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9392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9392" y="1371600"/>
            <a:ext cx="3614928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2272" y="1536192"/>
            <a:ext cx="3249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3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حرکت 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2272" y="1792224"/>
            <a:ext cx="3249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گروه‌بندی</a:t>
            </a:r>
          </a:p>
        </p:txBody>
      </p:sp>
      <p:pic>
        <p:nvPicPr>
          <p:cNvPr id="16" name="Picture 15" descr="concept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984" y="2377440"/>
            <a:ext cx="3285744" cy="18358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2272" y="4800600"/>
            <a:ext cx="32491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رأس‌ها به چند گروه تقریباً هم‌اندازه تقسیم می‌شوند.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3296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3296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6176" y="1536192"/>
            <a:ext cx="3249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3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حرکت 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1792224"/>
            <a:ext cx="3249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یک عدد به‌جای یال‌ها</a:t>
            </a:r>
          </a:p>
        </p:txBody>
      </p:sp>
      <p:pic>
        <p:nvPicPr>
          <p:cNvPr id="22" name="Picture 21" descr="concept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7888" y="2377440"/>
            <a:ext cx="3285744" cy="183588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56176" y="4800600"/>
            <a:ext cx="32491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بین دو گروه فقط چگالی ارتباط می‌ماند.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1536192"/>
            <a:ext cx="3249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3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حرکت 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1792224"/>
            <a:ext cx="3249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گراف کوچک</a:t>
            </a:r>
          </a:p>
        </p:txBody>
      </p:sp>
      <p:pic>
        <p:nvPicPr>
          <p:cNvPr id="28" name="Picture 27" descr="concept_redu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377440"/>
            <a:ext cx="3285744" cy="1835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" y="4800600"/>
            <a:ext cx="32491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یک رأس می‌شود و خوشه‌بندی همان‌جا انجام می‌شود.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حرکت اول: گروه‌بندی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چهار گروه تقریباً هم‌اندازه. نقطه‌های خاکستری کنار تصویر، رأس‌هایی‌اند که در هیچ گروه تمیزی جا نگرفته‌اند و کنار گذاشته می‌شوند.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گروه منظم یعنی ارتباط یکنواخت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بین این دو گروه، یال‌ها همه‌جا تقریباً مثل هم‌اند. هر تکه از گروه چپ، با هر تکه از گروه راست، همان قدر رابطه دارد.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گروه نامنظم یعنی یک جا شلوغ و یک جا خالی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ir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بالای تصویر پر از یال است و پایین تقریباً خالی. اینجا یک عدد میانگین، رابطه را درست خلاصه نمی‌کند. لم این جفت را نامنظم حساب می‌کند.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همین تفاوت، روی یک شکل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eps_regular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140" y="1481328"/>
            <a:ext cx="6664960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 منظم است و راست نامنظم. اپسیلون میزان مجاز همین تفاوت است: اگر اختلاف از آن حد کمتر باشد، جفت را منظم می‌گیریم.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certificate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9392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9392" y="1371600"/>
            <a:ext cx="3614928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3984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4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Alon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984" y="1874519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یال کم، یعنی منظم</a:t>
            </a:r>
          </a:p>
        </p:txBody>
      </p:sp>
      <p:pic>
        <p:nvPicPr>
          <p:cNvPr id="16" name="Picture 15" descr="concept_alo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552" y="2606040"/>
            <a:ext cx="3340608" cy="204690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73296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7888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4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Alon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7888" y="1874519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توده همسایه مشترک</a:t>
            </a:r>
          </a:p>
        </p:txBody>
      </p:sp>
      <p:pic>
        <p:nvPicPr>
          <p:cNvPr id="21" name="Picture 20" descr="concept_al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456" y="2606040"/>
            <a:ext cx="3340608" cy="204690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57200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4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Alon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874519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درجه پرت</a:t>
            </a:r>
          </a:p>
        </p:txBody>
      </p:sp>
      <p:pic>
        <p:nvPicPr>
          <p:cNvPr id="26" name="Picture 25" descr="concept_al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606040"/>
            <a:ext cx="3340608" cy="20469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اصلاح مقاله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حداکثر با یک گروه دیگر نامنظم شمرده می‌شود. بدون این محدودیت، تعداد گروه‌ها در هر دور انفجاری زیاد می‌شد.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با روش درجه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Fiorucci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ساخته می‌شود، نه با جست‌وجوی کامل روش اصلی.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وقتی اندازه گروه‌ها به‌قدر کافی کوچک شد، حلقه متوقف می‌شود. خروجی تقریباً منظم است، نه منظمِ اثبات‌شده.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refinement</a:t>
            </a: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 یعنی بریدن گروه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232" y="1481328"/>
            <a:ext cx="7590775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چپ، تکه قرمز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 و هنوز داخل همان گروه. راست، همان تکه جدا شده و بقیه گروه خودش مانده. نقطه‌های خاکستری خرده‌هایی‌اند که به مجموعه استثنایی می‌روند.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حرکت دوم: یک عدد به‌جای همه یال‌ها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چپ، همه یال‌های بین دو گروه است. راست، همان رابطه با یک میله. ضخامت میله یعنی چگالی: سهم یال‌های موجود از همه یال‌های ممکن.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حرکت سوم: گراف کوچک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redu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با فلش به رأس هم‌رنگ خودش می‌رود. ضخامت یال بین رأس‌های بزرگ، چگالی همان دو گروه است. گراف کوچک معمولاً ۱۶ تا ۶۴ رأس دارد.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2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دو راه، از یک گراف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353312"/>
            <a:ext cx="5669280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مستقیم</a:t>
            </a:r>
          </a:p>
        </p:txBody>
      </p:sp>
      <p:pic>
        <p:nvPicPr>
          <p:cNvPr id="15" name="Picture 14" descr="concept_path_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704" y="2011680"/>
            <a:ext cx="3084591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60" y="50292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همان گراف را همان‌جا رنگ می‌کنیم. هر رنگ یک خوشه است.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353312"/>
            <a:ext cx="5669280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لم</a:t>
            </a:r>
          </a:p>
        </p:txBody>
      </p:sp>
      <p:pic>
        <p:nvPicPr>
          <p:cNvPr id="20" name="Picture 19" descr="concept_path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339" y="2011680"/>
            <a:ext cx="15035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" y="50292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اول دو رأس بزرگ. بعد همان رنگ به همان نقطه‌ها برمی‌گردد.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2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برگرداندن برچسب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33" y="1481328"/>
            <a:ext cx="6709773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 روی گراف کوچک به هر گروه یک رنگ می‌دهد. همه نمونه‌های داخل آن گروه همان رنگ را می‌گیرند. خروجی نهایی باز هم برچسبِ تک‌تک نمونه‌هاست.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2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مسیر کار این پروژه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09" y="1481328"/>
            <a:ext cx="8837022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ساخت گراف یک بار انجام می‌شود. شاخه پایه همان‌جا می‌ماند. شاخه لم از افراز و گراف کوچک رد می‌شود و در پایان برچسب را بالا می‌آورد.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200" b="0" rtl="0" lang="en-US">
                <a:solidFill>
                  <a:srgbClr val="A33B24"/>
                </a:solidFill>
                <a:latin typeface="Calibri"/>
                <a:ea typeface="Calibri"/>
                <a:cs typeface="Calibri"/>
              </a:rPr>
              <a:t>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چهار الگوریتم، هر دو راه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43416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43416" y="1417320"/>
            <a:ext cx="2660904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2016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2016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طیفی. گراف را با بردارهای ویژه می‌بُرد.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APC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انتشار وابستگی. نمونه‌ها خودشان نماینده خوشه را انتخاب می‌کنند.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9272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9272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7872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DSet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مجموعه غالب. یک تکه خیلی متراکم را به‌عنوان خوشه برمی‌دارد.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SPRG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با شباهت جنگل تصادفی. شباهت از جنگل می‌آید، بعد برش طیفی.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بعد از 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گروه لم با خوشه یکی نیست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ncept_po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81328"/>
            <a:ext cx="10561320" cy="37186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دایره، گروه لم است و همه داخلش یک رنگ دارند. نقطه درشت میان همسایه‌های قرمز نشسته، ولی چون عضو گروه آبی است آبی مانده.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polish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فقط رنگ خوشه همان نقطه را قرمز می‌کند.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آزمایش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پروتکل آزمایش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بیست مجموعه داده و چهار الگوریتم: هشتاد خانه، که هفتاد و هشت تایش معتبر ماند.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ده مجموعه با همه نمونه‌ها اجرا شد و ده مجموعه با حدود چهارصد نمونه طبقه‌ای.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هر خانه، شبکه تنظیمات مثل آزمایش مقاله انتخاب شد و بهترین مقدار گزارش شد.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ادعای اصلی این ارائه، مقایسه با راه پایه خودمان است، نه رونویسی جدول چاپ‌شده مقاله.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آزمایش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نتیجه روی گراف خودمان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325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هفتاد و هشت مقایسه. هر بار همان الگوریتم، یک بار روی گراف اصلی و یک بار روی گراف کوچک.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103120"/>
            <a:ext cx="3611880" cy="109728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2C5E52"/>
                </a:solidFill>
                <a:latin typeface="Calibri"/>
                <a:ea typeface="B Nazanin"/>
                <a:cs typeface="B Nazanin"/>
              </a:rPr>
              <a:t>۶۰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کوچک بهتر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103120"/>
            <a:ext cx="3611880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برابر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103120"/>
            <a:ext cx="3611880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اصلی بهتر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نتیجه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اختلاف روی مجموعه‌های کامل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261872"/>
            <a:ext cx="11292840" cy="4361688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365760" dist="109728" dir="7200000" algn="ctr" rotWithShape="0">
              <a:srgbClr val="1A334A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371600"/>
            <a:ext cx="11073384" cy="4142232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delta_nm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075" y="1481328"/>
            <a:ext cx="8313089" cy="3749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میله رو به بالا یعنی گراف کوچک از راه پایه بهتر بوده است.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مثال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کجا فرق زیاد بود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شراب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پایه ضعیف، لم قوی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سه الگوریتم از حدود نیم به نزدیک ۰/۸۹ رسیدند.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آپاندیسیت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تطابق کامل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دو الگوریتم از پایه متوسط به ۱ رسیدند.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اسکناس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طیفی ضعیف بود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از حدود ۰/۱۹ به حدود ۰/۸۲ رسید.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2608"/>
            <a:ext cx="107286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پایان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جمع‌بندی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سید محمد فاطمی  |  دکتر زینب مالکی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فشرده می‌کند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بزرگ به چند ده رأس کاهش پیدا می‌کند.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کیفیت معمولاً بهتر ماند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۶۰ مقایسه گراف کوچک بهتر بود، در ۳ مقایسه برابر، در ۱۵ مقایسه بدتر.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الگوریتم قدیمی قوی‌تر شد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همان روش‌های کلاسیک، بعد از کوچک کردن گراف، در بیشتر آزمایش‌ها دقیق‌تر شدند. بیشترین سود جایی بود که راه پایه ناپایدار بود.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C2C"/>
              </a:gs>
              <a:gs pos="100000">
                <a:srgbClr val="1A334A"/>
              </a:gs>
            </a:gsLst>
            <a:lin scaled="0" ang="145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097280"/>
            <a:ext cx="5120640" cy="5120640"/>
          </a:xfrm>
          <a:prstGeom prst="ellipse">
            <a:avLst/>
          </a:prstGeom>
          <a:solidFill>
            <a:srgbClr val="A33B24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645920" y="3840480"/>
            <a:ext cx="4389120" cy="4389120"/>
          </a:xfrm>
          <a:prstGeom prst="ellipse">
            <a:avLst/>
          </a:prstGeom>
          <a:solidFill>
            <a:srgbClr val="2C5E52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1874519"/>
            <a:ext cx="9738360" cy="306324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57200" dist="146304" dir="7200000" algn="ctr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44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پرسش و پاسخ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520440"/>
            <a:ext cx="2011680" cy="82296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794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با سپاس از دکتر زینب مالکی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