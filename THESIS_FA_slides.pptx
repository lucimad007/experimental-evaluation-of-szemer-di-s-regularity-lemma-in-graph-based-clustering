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حدود ۱۵ تا ۲۰ دقیقه؛ شکل‌ها را می‌توان سریع رد کرد اگر وقت کم باشد.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تأکید کنید که سؤال دفاع همان مقایسه R با G روی گراف خودتان است، نه بازتولید رقم‌به‌رقم جداول مقاله.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اگر داور بپرسد این همان آزمایش Hou است: هسته الگوریتم ۱ بله؛ پیش‌پردازش و پالایش خیر.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نقاط بالای قطر از مقاله بهترند. مربع‌های طلایی بیشتر مجموعه‌های کاهش‌یافته‌اند. برای کیفیت پیاده‌سازی، مقایسه با پایه معتبرتر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اگر یک سؤال ماند: سهم لم از سهم پالایش جدا گزارش 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84048"/>
            <a:ext cx="11292840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11480" dist="128016" dir="7200000" algn="ctr" rotWithShape="0">
              <a:srgbClr val="1A334A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u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66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400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دانشگاه صنعتی اصفهان  |  دانشکده مهندسی برق و کامپیوتر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طبقه‌بندی مبتنی بر گراف</a:t>
            </a:r>
          </a:p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با استفاده از لم نظم زمردی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600" b="0" rtl="0" lang="en-US">
                <a:solidFill>
                  <a:srgbClr val="6B645C"/>
                </a:solidFill>
                <a:latin typeface="Calibri"/>
                <a:ea typeface="Calibri"/>
                <a:cs typeface="Calibri"/>
              </a:rPr>
              <a:t>Szemerédi regularity lemma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2194560" cy="7315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دانشجو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سید محمد فاطمی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استاد راهنما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دکتر زینب مالکی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سال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۱۴۰۵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مقطع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کارشناسی مهندسی کامپیوتر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فهرست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مسیر ارائه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1732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06440" y="1417320"/>
            <a:ext cx="137160" cy="13258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8424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مسئله: خوشه‌بندی روی گراف بزرگ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21440" y="1417320"/>
            <a:ext cx="137160" cy="13258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184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8424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نظم زمردی و گراف کاهش‌یافته </a:t>
            </a:r>
            <a:r>
              <a:rPr sz="18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97180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2971800"/>
            <a:ext cx="137160" cy="1325880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7296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53872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الگوریتم ۱ مقاله هو و همکاران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97180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21440" y="2971800"/>
            <a:ext cx="137160" cy="1325880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17296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53872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پیاده‌سازی و پروتکل این پروژه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52628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06440" y="4526280"/>
            <a:ext cx="137160" cy="1325880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72744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9320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نتایج: مسیر </a:t>
            </a:r>
            <a:r>
              <a:rPr sz="18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 در برابر همان الگوریتم روی </a:t>
            </a:r>
            <a:r>
              <a:rPr sz="18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26280"/>
            <a:ext cx="5440680" cy="1325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4526280"/>
            <a:ext cx="137160" cy="1325880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72744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093208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محدودیت‌ها و جمع‌بندی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زمینه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مسئله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خوشه‌بندی گرافی هر نمونه یک رأس است و شباهت، وزن یال.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الگوریتم روی گراف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اجرا می‌شود، نه روی بردار خام ویژگی.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ماتریس شباهت از مرتبه توان دوم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حافظه می‌گیرد؛ بسیاری از روش‌ها از مرتبه توان سوم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زمان می‌برند.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USPS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با حدود ۱۱۰۰۰ نمونه،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نزدیک به ۱۲۰ میلیون درایه دارد.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از جدول ویژگی تا گراف شباهت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from_table_to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364" y="1536192"/>
            <a:ext cx="8160512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سؤال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سؤال این پروژه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آیا می‌توان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را با گراف بسیار کوچک‌تر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عوض کرد؟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هدف: خوشه‌بندی سریع‌تر روی R، با کیفیت حفظ‌شده یا بهتر.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ابزار ساخت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: لم نظم زمردی.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لم وجود افراز را می‌گوید؛ برتری تجربی خوشه‌بندی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را باید آزمایش کرد.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نظریه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نظم زمردی به زبان ساده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گراف به‌قدر کافی بزرگ، رأس‌ها به چند کلاس تقریباً هم‌اندازه تقسیم می‌شوند.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یال میان تقریباً هر دو کلاس مثل گراف تصادفی با یک چگالی ثابت رفتار می‌کند.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به چنین جفتی اپسیلون-منظم می‌گویند.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پس برای ساختار کلی، همان عدد چگالی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d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کافی است؛ جزئیات یال‌به‌یال لازم نیست.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جفت منظم در برابر جفت نامنظم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eps_regular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364" y="1536192"/>
            <a:ext cx="8160512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نظریه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گراف کاهش‌یافته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کلاس افراز یک رأس در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می‌شود.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وزن یال میان دو رأس جدید برابر چگالی میان دو کلاس است.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افراز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کلاس داشته باشد،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فقط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رأس دارد.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این آزمایش‌ها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معمولاً بین ۱۶ و ۶۴ است؛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صدها یا هزاران رأس دارد.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مقاله مرجع، ۲۰۲۶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الگوریتم ۱ مقاله هو و همکاران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افراز تقریبی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Alon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روی گراف، با اصلاح‌های عملی مقاله.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ساخت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از چگالی کلاس‌ها.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(نه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): SPC، APC، DSet،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SPRG.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کپی برچسب هر رأس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 اعضای کلاس، و تخصیص مجموعه استثنایی وی‌صفر.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9262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94592" y="5102352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51206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20640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ادعا: روی بیست مجموعه، هم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بالاتر و هم زمان کمتر.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سهم دانشجو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کار این پروژه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پیاده‌سازی مستقل از شبه‌کد تا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CSV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نهایی.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مستند کردن جاهایی که متن مقاله ساکت است.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آزمایش روی بیست مجموعه و چهار الگوریتم.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بستن سه میان‌بر غیرلمی: ترتیب فایل، گراف کامل، خوشه‌بندی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به‌جای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9262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94592" y="5102352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51206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20640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سؤال اصلی دفاع: روی همان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که خودم ساختم، آیا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بهتر است؟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مسیر آزمایش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36192"/>
            <a:ext cx="1056132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روش پایه روی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G</a:t>
            </a: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 در برابر روش تقویت‌شده روی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orig_vs_enh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364" y="1536192"/>
            <a:ext cx="8160512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صداقت آزمایش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افزوده و ممنوع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افزوده برای اجرای منصفانه: z-score، kNN، ترتیب گرافی رأس‌ها، NJW، پالایش.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پالایش بعد از الگوریتم ۱ است و فقط در شاخه تقویت‌شده؛ در متن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Hou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نیست.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ممنوع: افراز با ترتیب ردیف فایل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UCI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(نشت برچسب).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ممنوع: گراف گاوسی کامل که آزمون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Alon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را بی‌معنی می‌کند.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9262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94592" y="5102352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51206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20640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ممنوع: گزارش خوشه‌بندی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به‌عنوان خروجی روش لم.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چرا ترتیب فایل خطرناک است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index_order_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364" y="1536192"/>
            <a:ext cx="8160512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روش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پروتکل آزمایش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۲۰ مجموعه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×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۴ الگوریتم = ۸۰ سلول؛ ۷۸ عدد معتبر.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ده مجموعه کامل؛ ده مجموعه بزرگ طبقه‌ای به حدود ۴۰۰ نمونه کاهش یافت.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معیار: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با برچسب واقعی؛ بهترین تنظیم شبکه گزارش می‌شود.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سخت‌افزار: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CPU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شخصی، i5-13400، ۳۲ گیگابایت.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9262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94592" y="5102352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51206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20640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هشت روش جدیدتر مقاله اجرا نشد؛ ستون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Hou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فقط عدد چاپ‌شده است.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یافته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نتیجه اصلی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روی همان گراف </a:t>
            </a:r>
            <a:r>
              <a:rPr sz="1600" b="0" rtl="0" lang="en-US">
                <a:solidFill>
                  <a:srgbClr val="6B645C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6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 این پروژه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783080"/>
            <a:ext cx="3611880" cy="32461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347472" dist="100584" dir="7200000" algn="ctr" rotWithShape="0">
              <a:srgbClr val="1A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3611880" cy="128016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4884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400" b="1" rtl="1" lang="fa-IR">
                <a:solidFill>
                  <a:srgbClr val="2C5E52"/>
                </a:solidFill>
                <a:latin typeface="Calibri"/>
                <a:ea typeface="B Nazanin"/>
                <a:cs typeface="B Nazanin"/>
              </a:rPr>
              <a:t>۶۰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8620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بهتر از پایه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83080"/>
            <a:ext cx="3611880" cy="32461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347472" dist="100584" dir="7200000" algn="ctr" rotWithShape="0">
              <a:srgbClr val="1A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783080"/>
            <a:ext cx="3611880" cy="128016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14884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4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88620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برابر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783080"/>
            <a:ext cx="3611880" cy="32461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347472" dist="100584" dir="7200000" algn="ctr" rotWithShape="0">
              <a:srgbClr val="1A334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1783080"/>
            <a:ext cx="3611880" cy="128016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4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88620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بدتر از پایه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12080"/>
            <a:ext cx="11292840" cy="868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376672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حدود ۷۷٪ سلول‌های معتبر: مسیر </a:t>
            </a:r>
            <a:r>
              <a:rPr sz="16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برنده است. مقایسه با ستون </a:t>
            </a:r>
            <a:r>
              <a:rPr sz="16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Hou</a:t>
            </a: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جداست: ۲۲ بهتر، ۵۶ بدتر.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منهای پایه روی ده مجموعه کامل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delta_nm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387" y="1536192"/>
            <a:ext cx="10178465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جزئیات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چند سلول روشن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Wine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: APC،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DSet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و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SPRG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از حدود ۰/۵۷، ۰/۴۸ و ۰/۰۲ به نزدیک ۰/۸۹.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SPC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پایه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Wine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با ۰/۹۱ از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Reg-SPC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چاپ‌شده مقاله (۰/۷۶) بالاتر است.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Appendicitis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: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APC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و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DSet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از ۰/۶۸ و ۰/۴۲ به ۱/۰۰.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Banknote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: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SPC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از ۰/۱۹ به ۰/۸۲.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Ecoli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: هر چهار الگوریتم از پایه بهتر شدند.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92624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94592" y="5102352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0" y="51206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120640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بیشترین سود جایی است که روش پایه ناپایدار بود، نه جایی که طیفی از قبل قوی بود.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شکل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عدد این پروژه در برابر عدد چاپ‌شده مقاله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513892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91947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ours_vs_h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471" y="1536192"/>
            <a:ext cx="4760298" cy="45902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صداقت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محدودیت‌ها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بهترین پارامتر با دیدن برچسب واقعی انتخاب می‌شود (اوراکل). مقاله هم در آزمایش ۲ چنین می‌کند.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z-score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و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kNN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در متن مقاله نیستند. عنوان دقیق‌تر کار: الگوریتم ۱ روی گراف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kNN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استانداردشده.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ده مجموعه کاهش اندازه دارند و به مجموعه کامل تعمیم‌پذیر نیستند.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آزمایش ۱، جایگزینی افراز با k-means، مجموعه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USPS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کامل، و هشت روش جدیدتر اجرا نشد.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پایان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جمع‌بندی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دانشگاه صنعتی اصفهان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الگوریتم ۱ روی گراف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kNN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استانداردشده فشرده‌ساز عملی است.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اکثر این آزمایش‌ها کیفیت از همان الگوریتم روی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G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بهتر یا برابر ماند.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جداول مقاله رقم‌به‌رقم بازتولید نشد؛ پروتکل در متن کامل نیست.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می‌توان الگوریتم ۱ را با صداقت پیاده کرد و در بیشتر موارد بدون میان‌بر غیرلمی بهتر خوشه‌بندی گرفت.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C2C"/>
              </a:gs>
              <a:gs pos="100000">
                <a:srgbClr val="1A334A"/>
              </a:gs>
            </a:gsLst>
            <a:lin scaled="0" ang="145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097280"/>
            <a:ext cx="5120640" cy="5120640"/>
          </a:xfrm>
          <a:prstGeom prst="ellipse">
            <a:avLst/>
          </a:prstGeom>
          <a:solidFill>
            <a:srgbClr val="A33B24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645920" y="3840480"/>
            <a:ext cx="4389120" cy="4389120"/>
          </a:xfrm>
          <a:prstGeom prst="ellipse">
            <a:avLst/>
          </a:prstGeom>
          <a:solidFill>
            <a:srgbClr val="2C5E52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1874519"/>
            <a:ext cx="9738360" cy="306324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57200" dist="146304" dir="7200000" algn="ctr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44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پرسش و پاسخ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520440"/>
            <a:ext cx="2011680" cy="82296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794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با سپاس از دکتر زینب مالکی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